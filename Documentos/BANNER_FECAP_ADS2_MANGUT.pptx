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Open Sans" panose="020B0604020202020204" charset="0"/>
      <p:bold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2532" y="40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</a:t>
            </a:r>
            <a:r>
              <a:rPr lang="en-US" sz="11434" b="1" dirty="0">
                <a:latin typeface="Open Sans"/>
                <a:ea typeface="Open Sans"/>
                <a:cs typeface="Open Sans"/>
                <a:sym typeface="Open Sans"/>
              </a:rPr>
              <a:t>MANGÚT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-255492" y="6355587"/>
            <a:ext cx="29324842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Bruno </a:t>
            </a:r>
            <a:r>
              <a:rPr lang="en-US" sz="4762" b="1" dirty="0" err="1">
                <a:latin typeface="Open Sans"/>
                <a:ea typeface="Open Sans"/>
                <a:cs typeface="Open Sans"/>
                <a:sym typeface="Open Sans"/>
              </a:rPr>
              <a:t>Faccio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José Aguiar, Luiza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Sardinha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Maria Luisa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Eduardo Savino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Ronaldo Araújo, José </a:t>
            </a:r>
            <a:r>
              <a:rPr lang="en-US" sz="47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Buesso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Francisco Escobar, Adriano Félix</a:t>
            </a:r>
            <a:endParaRPr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272854" y="15837983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smtClean="0">
                <a:latin typeface="Inter"/>
                <a:ea typeface="Inter"/>
                <a:sym typeface="Inter"/>
              </a:rPr>
              <a:t>Guia de estilo Mangút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272854" y="24799604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430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Aqui buscamos utilizar tecnologias modernas e atualizadas que atendessem plenamente às nossas necessidades. Diante disso, temos:</a:t>
            </a:r>
          </a:p>
          <a:p>
            <a:pPr lvl="0" algn="just">
              <a:lnSpc>
                <a:spcPct val="140000"/>
              </a:lnSpc>
            </a:pPr>
            <a:endParaRPr sz="3430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JavaScript</a:t>
            </a:r>
            <a:endParaRPr lang="en-US"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  <a:endParaRPr lang="en-US"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Visual Code</a:t>
            </a:r>
            <a:endParaRPr lang="en-US"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pt-BR" sz="3430" dirty="0" smtClean="0">
                <a:latin typeface="Open Sans"/>
                <a:ea typeface="Open Sans"/>
                <a:cs typeface="Open Sans"/>
                <a:sym typeface="Open Sans"/>
              </a:rPr>
              <a:t>MySQL Workbench</a:t>
            </a:r>
            <a:endParaRPr lang="pt-BR" sz="343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Essas </a:t>
            </a:r>
            <a:r>
              <a:rPr lang="en-US" sz="3430" dirty="0" smtClean="0">
                <a:latin typeface="Open Sans"/>
                <a:ea typeface="Open Sans"/>
                <a:cs typeface="Open Sans"/>
                <a:sym typeface="Open Sans"/>
              </a:rPr>
              <a:t>ferramentas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smtClean="0">
                <a:latin typeface="Open Sans"/>
                <a:ea typeface="Open Sans"/>
                <a:cs typeface="Open Sans"/>
                <a:sym typeface="Open Sans"/>
              </a:rPr>
              <a:t>funcionaram muito bem.</a:t>
            </a:r>
            <a:endParaRPr lang="en-US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5" y="11249276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empresa Mr. </a:t>
            </a:r>
            <a:r>
              <a:rPr lang="pt-BR" sz="343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Nuts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apresentou a proposta de desenvolvermos uma plataforma web no formato </a:t>
            </a:r>
            <a:r>
              <a:rPr lang="pt-BR" sz="343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marketplace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B2B (Business </a:t>
            </a:r>
            <a:r>
              <a:rPr lang="pt-BR" sz="343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to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Business), com o objetivo de facilitar a conexão entre compradores, fornecedores e colaboradores. A plataforma atuaria como um hub de anúncios, centralizando e compartilhando informações relevantes para reduzir o tempo de busca e os riscos na seleção de fornecedores, sem intermediar relações comerciais 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diretas, ou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seja, sem funcionalidades de pagamento ou checkout.</a:t>
            </a:r>
            <a:endParaRPr sz="3430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46" y="21412418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Após analisarmos a proposta e validarmos os requisitos com o cliente, decidimos revitalizar e renovar completamente a marca. Assim, demos início à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Mangút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, uma plataforma B2B desenvolvida para atender a todas as necessidades apresentadas. O nome “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Mangút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” tem origem no idioma do povo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Krenak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e significa “comida” ou “comer”, trazendo consigo um conceito forte e alinhado ao propósito do negócio. A partir dessa ideia, construímos uma identidade com potencial simbólico e cultural, refletindo conexão, nutrição e troca.</a:t>
            </a: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213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 Escola de </a:t>
            </a:r>
            <a:r>
              <a:rPr lang="en-US" sz="4955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Comércio</a:t>
            </a:r>
            <a:r>
              <a:rPr lang="en-US" sz="4955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 </a:t>
            </a:r>
            <a:r>
              <a:rPr lang="en-US" sz="4955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Álvares</a:t>
            </a:r>
            <a:r>
              <a:rPr lang="en-US" sz="4955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 </a:t>
            </a:r>
            <a:r>
              <a:rPr lang="en-US" sz="4955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Penteado</a:t>
            </a:r>
            <a:r>
              <a:rPr lang="en-US" sz="4955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  <a:sym typeface="Open Sans"/>
              </a:rPr>
              <a:t> - FECAP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537379" y="10650089"/>
            <a:ext cx="11904157" cy="51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plataforma </a:t>
            </a:r>
            <a:r>
              <a:rPr lang="pt-BR" sz="343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Mangút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demonstrou ser uma solução eficiente para conectar compradores e fornecedores em um ambiente digital organizado e intuitivo. A estrutura bem definida do site, com separação clara entre módulos (comprador, fornecedor e administrador), permitiu uma navegação fluida e reduziu a complexidade das operações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pt-BR" sz="343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5875541" y="25347765"/>
            <a:ext cx="11652014" cy="443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A padronização visual, com uso consistente de cores, tipografia e componentes, contribuiu diretamente para uma experiência do 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usuário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mais profissional e 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confiável. A </a:t>
            </a:r>
            <a:r>
              <a:rPr lang="pt-BR" sz="343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responsividade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implementada permitiu que a plataforma funcione bem em diferentes dispositivos, ampliando o alcance e 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acessibilidade.</a:t>
            </a:r>
            <a:endParaRPr lang="pt-BR" sz="343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63" name="Google Shape;134;p1"/>
          <p:cNvSpPr txBox="1"/>
          <p:nvPr/>
        </p:nvSpPr>
        <p:spPr>
          <a:xfrm>
            <a:off x="15836446" y="31818458"/>
            <a:ext cx="11730203" cy="665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CACAU SHOW.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343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Login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disponível em: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https://www.cacaushow.com.br/login?rurl=1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Acesso em: 2026.</a:t>
            </a:r>
          </a:p>
          <a:p>
            <a:pPr algn="just">
              <a:lnSpc>
                <a:spcPct val="140000"/>
              </a:lnSpc>
            </a:pPr>
            <a:r>
              <a:rPr lang="pt-BR" sz="343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MONDELĒZ INTERNACIONAL. Sobre a empresa no Brasil. Em </a:t>
            </a:r>
            <a:r>
              <a:rPr lang="pt-BR" sz="343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https://www.mondelezinternational.com/brazil</a:t>
            </a:r>
            <a:r>
              <a:rPr lang="pt-BR" sz="343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/. Acesso em: 2026</a:t>
            </a:r>
          </a:p>
          <a:p>
            <a:pPr algn="just">
              <a:lnSpc>
                <a:spcPct val="140000"/>
              </a:lnSpc>
            </a:pPr>
            <a:endParaRPr lang="pt-BR" sz="343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algn="just">
              <a:lnSpc>
                <a:spcPct val="140000"/>
              </a:lnSpc>
            </a:pPr>
            <a:endParaRPr lang="pt-BR" sz="343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637" y="16520213"/>
            <a:ext cx="7020512" cy="7974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399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Inter</vt:lpstr>
      <vt:lpstr>Calibri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de Brito Faccio</dc:creator>
  <cp:lastModifiedBy>Bruno</cp:lastModifiedBy>
  <cp:revision>18</cp:revision>
  <dcterms:created xsi:type="dcterms:W3CDTF">2006-08-16T00:00:00Z</dcterms:created>
  <dcterms:modified xsi:type="dcterms:W3CDTF">2026-05-04T19:55:25Z</dcterms:modified>
</cp:coreProperties>
</file>